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1BC50-4537-428F-87CB-9700E6CDC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1542DE-F87B-41D6-A26E-F8A10C464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5B2AF-A7FC-4ADB-A131-527C003E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67F9F1-04B1-4042-8EB1-80DD16E4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DEBDB-AA70-443A-8BD3-3C07B976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0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FB9A1-6D2F-4D5D-B224-CBAEA0FF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5FD90A-E2F7-49F3-8344-962701BF0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414BE-66CC-4CE8-B51F-DEB5422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2FCDA-22CA-4921-99DB-E49F7C28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0102E5-BACE-4942-B43A-107CAE92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6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77B3E-9676-46F1-AC64-201C4A5D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08D1A2-FA20-499C-82A3-B333DA3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17A3B-5FA2-4B00-8513-2DDA3CE6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EB5AEA-FFFD-4AAD-99D8-7DFC9432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EBD303-B296-409D-A198-7325BBFE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6634F-CF0C-423A-A79E-1E337017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B3D085-DC71-4997-B14C-680053C99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4C7C23-CE7F-4A32-BE66-8A82FC414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80844E-46D3-44E1-BEE6-8AE6A5E2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747940-C291-47B1-AC9F-91ECE3E9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B99960-1DB8-4DAF-9FCC-4383711D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8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9C6E7-9F96-4972-B362-0B707675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B8DDF0-8685-46F6-B9E6-A12DF1E12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C652EF-6DC8-4F49-BD24-D8489AE51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82746A-4C4B-42D8-B313-38AB6DDB8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BDD03D-F255-48BF-B914-6816F165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5B1D36-2391-4FC3-BB54-1ADEC0A9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10A5DB-1315-4A64-8F93-2D0A8EE9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87CF4C-3FA1-4968-850C-78C14D8F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7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A0B1D-FE63-4A9C-B3B3-D0D16C89F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6102A6-2866-4ED1-9D14-9A3BD77D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C23D96-7DB9-4E22-8E2B-98770B49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3764FD-581B-4255-97F1-24F28CF9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9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963011-788A-4449-A67A-B722B774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9D1BB8-447A-492B-9ECB-56457032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A421F2-A0BC-4ADC-BA67-9DB6C522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1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04580-1EF4-4F9C-B26B-E9F53E6D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0C7C7-DF85-492A-9AC5-834E72E83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B086C9-84DE-4CF1-98D1-F4DACEC85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F3F3F0-907A-4BBF-8275-566FAA83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B46D41-9007-44B3-A635-A79958F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9BAB43-CC9C-4278-A4CD-6409E9B3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F8F94-C08D-40E5-9C0C-A6C6440C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924438-C204-4842-B494-281C8BBF3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520C8B-5B6E-4C26-B571-BFF5088FA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A81919-1712-4F7B-911B-15A9CA00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E572AA-8CE9-45FD-BCFF-4A568F8B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D235B-D4F6-497B-9A8A-D6DCB66C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0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D2FCC-882F-4166-8467-A40EA127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EDF605-C6E1-4957-AFCF-0E2A16D5F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7221D8-4ABB-4A1F-A8EC-94FDCFD4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31DC94-2A37-4C8B-8976-A0BAF5D1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C18CFC-163C-410D-AD75-3379FED8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3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804E17-14A9-40F5-AC96-38F682460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832F47-6724-4A69-8B20-2B0F994CF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DDA188-2A31-469F-9C0F-B54CDA0F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9DD08-1790-4719-9330-2BB511C9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E62B61-99A9-4EF0-8E83-CBBA7790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9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A7759E-A184-45E6-A4E4-B46BC685B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5E6ECA-378C-4E84-8C71-827EF17F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9326A2-E473-4A6A-BE59-BC8BADF5D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BCBEB-6E77-47EF-B095-ED24450B64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FC410F-AA87-44B1-ABEA-B8C8EFCF5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9C3809-1D41-4BBB-B5DA-ED39C5A2D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FB3B0-7346-49CF-958A-0F4BF15ADA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E8F6DDB-2E83-4273-BF4D-51B64497D35A}"/>
              </a:ext>
            </a:extLst>
          </p:cNvPr>
          <p:cNvSpPr/>
          <p:nvPr/>
        </p:nvSpPr>
        <p:spPr>
          <a:xfrm>
            <a:off x="-71562" y="-63610"/>
            <a:ext cx="12324522" cy="6997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42CCB18-9F26-4D09-B15D-2A63966488DE}"/>
              </a:ext>
            </a:extLst>
          </p:cNvPr>
          <p:cNvSpPr/>
          <p:nvPr/>
        </p:nvSpPr>
        <p:spPr>
          <a:xfrm>
            <a:off x="1587942" y="73549"/>
            <a:ext cx="10505014" cy="6710901"/>
          </a:xfrm>
          <a:prstGeom prst="roundRect">
            <a:avLst>
              <a:gd name="adj" fmla="val 1029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133682E-E51F-41FD-B3D5-428DDBB449FF}"/>
              </a:ext>
            </a:extLst>
          </p:cNvPr>
          <p:cNvSpPr/>
          <p:nvPr/>
        </p:nvSpPr>
        <p:spPr>
          <a:xfrm>
            <a:off x="96487" y="71561"/>
            <a:ext cx="1411871" cy="6710900"/>
          </a:xfrm>
          <a:prstGeom prst="roundRect">
            <a:avLst>
              <a:gd name="adj" fmla="val 295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08586145-DABE-4159-8A43-F03B77CCD49C}"/>
              </a:ext>
            </a:extLst>
          </p:cNvPr>
          <p:cNvSpPr/>
          <p:nvPr/>
        </p:nvSpPr>
        <p:spPr>
          <a:xfrm flipH="1">
            <a:off x="100847" y="71562"/>
            <a:ext cx="1401948" cy="6710900"/>
          </a:xfrm>
          <a:prstGeom prst="roundRect">
            <a:avLst>
              <a:gd name="adj" fmla="val 2953"/>
            </a:avLst>
          </a:prstGeom>
          <a:solidFill>
            <a:srgbClr val="F8CD4C"/>
          </a:solidFill>
          <a:ln>
            <a:solidFill>
              <a:srgbClr val="F8CD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9FF164-3EB9-464E-9D5E-A5D1212B53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7" t="36175" r="8326" b="37639"/>
          <a:stretch/>
        </p:blipFill>
        <p:spPr>
          <a:xfrm>
            <a:off x="296022" y="310101"/>
            <a:ext cx="1002690" cy="354573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0DE65A61-BC54-44BC-A448-C1AF97D29C9B}"/>
              </a:ext>
            </a:extLst>
          </p:cNvPr>
          <p:cNvGrpSpPr/>
          <p:nvPr/>
        </p:nvGrpSpPr>
        <p:grpSpPr>
          <a:xfrm>
            <a:off x="4180563" y="1256120"/>
            <a:ext cx="2343977" cy="953680"/>
            <a:chOff x="4180563" y="1256120"/>
            <a:chExt cx="2343977" cy="953680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639CA078-266E-4482-9F34-7834A5C31B38}"/>
                </a:ext>
              </a:extLst>
            </p:cNvPr>
            <p:cNvSpPr/>
            <p:nvPr/>
          </p:nvSpPr>
          <p:spPr>
            <a:xfrm>
              <a:off x="4180563" y="1256120"/>
              <a:ext cx="1163597" cy="953680"/>
            </a:xfrm>
            <a:prstGeom prst="roundRect">
              <a:avLst>
                <a:gd name="adj" fmla="val 696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FF77ABEF-FC27-45F0-B871-FC6A10EF2E9A}"/>
                </a:ext>
              </a:extLst>
            </p:cNvPr>
            <p:cNvSpPr/>
            <p:nvPr/>
          </p:nvSpPr>
          <p:spPr>
            <a:xfrm>
              <a:off x="5161280" y="1256120"/>
              <a:ext cx="1363260" cy="953680"/>
            </a:xfrm>
            <a:prstGeom prst="roundRect">
              <a:avLst>
                <a:gd name="adj" fmla="val 696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04879158-C627-409C-B3F8-43B918377AFD}"/>
                </a:ext>
              </a:extLst>
            </p:cNvPr>
            <p:cNvSpPr/>
            <p:nvPr/>
          </p:nvSpPr>
          <p:spPr>
            <a:xfrm>
              <a:off x="4272003" y="1256120"/>
              <a:ext cx="1958109" cy="95368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31EF79DB-1E5F-41B6-A7BF-417267D9CCB7}"/>
              </a:ext>
            </a:extLst>
          </p:cNvPr>
          <p:cNvGrpSpPr/>
          <p:nvPr/>
        </p:nvGrpSpPr>
        <p:grpSpPr>
          <a:xfrm>
            <a:off x="1740342" y="1256120"/>
            <a:ext cx="2343977" cy="953680"/>
            <a:chOff x="4180563" y="1256120"/>
            <a:chExt cx="2343977" cy="953680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D91E14C8-A1E7-4D86-971D-2BBC7058D44C}"/>
                </a:ext>
              </a:extLst>
            </p:cNvPr>
            <p:cNvSpPr/>
            <p:nvPr/>
          </p:nvSpPr>
          <p:spPr>
            <a:xfrm>
              <a:off x="4180563" y="1256120"/>
              <a:ext cx="1163597" cy="953680"/>
            </a:xfrm>
            <a:prstGeom prst="roundRect">
              <a:avLst>
                <a:gd name="adj" fmla="val 696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FAC919C1-EA91-4DE6-B3EE-BC2F5D928ECC}"/>
                </a:ext>
              </a:extLst>
            </p:cNvPr>
            <p:cNvSpPr/>
            <p:nvPr/>
          </p:nvSpPr>
          <p:spPr>
            <a:xfrm>
              <a:off x="5161280" y="1256120"/>
              <a:ext cx="1363260" cy="953680"/>
            </a:xfrm>
            <a:prstGeom prst="roundRect">
              <a:avLst>
                <a:gd name="adj" fmla="val 696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3283EA69-6E26-48E6-AFBB-61207FF087D6}"/>
                </a:ext>
              </a:extLst>
            </p:cNvPr>
            <p:cNvSpPr/>
            <p:nvPr/>
          </p:nvSpPr>
          <p:spPr>
            <a:xfrm>
              <a:off x="4272003" y="1256120"/>
              <a:ext cx="1958109" cy="95368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C195100F-679E-4BA5-A1CE-17611F53BD99}"/>
              </a:ext>
            </a:extLst>
          </p:cNvPr>
          <p:cNvGrpSpPr/>
          <p:nvPr/>
        </p:nvGrpSpPr>
        <p:grpSpPr>
          <a:xfrm>
            <a:off x="4180563" y="196940"/>
            <a:ext cx="2343977" cy="953680"/>
            <a:chOff x="4180563" y="1256120"/>
            <a:chExt cx="2343977" cy="953680"/>
          </a:xfrm>
        </p:grpSpPr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5F94390A-6903-4246-BE7A-93A6417478A1}"/>
                </a:ext>
              </a:extLst>
            </p:cNvPr>
            <p:cNvSpPr/>
            <p:nvPr/>
          </p:nvSpPr>
          <p:spPr>
            <a:xfrm>
              <a:off x="4180563" y="1256120"/>
              <a:ext cx="1163597" cy="953680"/>
            </a:xfrm>
            <a:prstGeom prst="roundRect">
              <a:avLst>
                <a:gd name="adj" fmla="val 696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A6E30083-BCAA-430D-8F28-4481E22A3B2A}"/>
                </a:ext>
              </a:extLst>
            </p:cNvPr>
            <p:cNvSpPr/>
            <p:nvPr/>
          </p:nvSpPr>
          <p:spPr>
            <a:xfrm>
              <a:off x="5161280" y="1256120"/>
              <a:ext cx="1363260" cy="953680"/>
            </a:xfrm>
            <a:prstGeom prst="roundRect">
              <a:avLst>
                <a:gd name="adj" fmla="val 696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7DAF01F7-AD2F-4482-8AF2-C39A6F810FBA}"/>
                </a:ext>
              </a:extLst>
            </p:cNvPr>
            <p:cNvSpPr/>
            <p:nvPr/>
          </p:nvSpPr>
          <p:spPr>
            <a:xfrm>
              <a:off x="4272003" y="1256120"/>
              <a:ext cx="1958109" cy="95368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17C4C74B-5BAD-4B94-B540-8B97680CE656}"/>
              </a:ext>
            </a:extLst>
          </p:cNvPr>
          <p:cNvGrpSpPr/>
          <p:nvPr/>
        </p:nvGrpSpPr>
        <p:grpSpPr>
          <a:xfrm>
            <a:off x="1740342" y="196940"/>
            <a:ext cx="2343977" cy="953680"/>
            <a:chOff x="4180563" y="1256120"/>
            <a:chExt cx="2343977" cy="953680"/>
          </a:xfrm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23C3879C-6B31-4923-AC94-2DC90B12F4B1}"/>
                </a:ext>
              </a:extLst>
            </p:cNvPr>
            <p:cNvSpPr/>
            <p:nvPr/>
          </p:nvSpPr>
          <p:spPr>
            <a:xfrm>
              <a:off x="4180563" y="1256120"/>
              <a:ext cx="1163597" cy="953680"/>
            </a:xfrm>
            <a:prstGeom prst="roundRect">
              <a:avLst>
                <a:gd name="adj" fmla="val 696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479DAF51-53A6-41D5-811F-5B4E0F438D4A}"/>
                </a:ext>
              </a:extLst>
            </p:cNvPr>
            <p:cNvSpPr/>
            <p:nvPr/>
          </p:nvSpPr>
          <p:spPr>
            <a:xfrm>
              <a:off x="5161280" y="1256120"/>
              <a:ext cx="1363260" cy="953680"/>
            </a:xfrm>
            <a:prstGeom prst="roundRect">
              <a:avLst>
                <a:gd name="adj" fmla="val 696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E21BFEF5-2827-458C-9649-F620F6D9F41C}"/>
                </a:ext>
              </a:extLst>
            </p:cNvPr>
            <p:cNvSpPr/>
            <p:nvPr/>
          </p:nvSpPr>
          <p:spPr>
            <a:xfrm>
              <a:off x="4272003" y="1256120"/>
              <a:ext cx="1958109" cy="95368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9F9BA536-59C5-43BA-A205-3A241A325747}"/>
              </a:ext>
            </a:extLst>
          </p:cNvPr>
          <p:cNvSpPr/>
          <p:nvPr/>
        </p:nvSpPr>
        <p:spPr>
          <a:xfrm>
            <a:off x="1736366" y="2346959"/>
            <a:ext cx="4788174" cy="4314101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90FFE61A-E855-4F04-B621-5D919D2E992A}"/>
              </a:ext>
            </a:extLst>
          </p:cNvPr>
          <p:cNvSpPr/>
          <p:nvPr/>
        </p:nvSpPr>
        <p:spPr>
          <a:xfrm>
            <a:off x="6757010" y="189908"/>
            <a:ext cx="2560919" cy="2019892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801EBF25-F0E4-4C62-B91C-70DDDB43CDBF}"/>
              </a:ext>
            </a:extLst>
          </p:cNvPr>
          <p:cNvSpPr/>
          <p:nvPr/>
        </p:nvSpPr>
        <p:spPr>
          <a:xfrm>
            <a:off x="9397512" y="196940"/>
            <a:ext cx="2560919" cy="2019892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34370D16-9584-4C9B-9C05-86B7F318E168}"/>
              </a:ext>
            </a:extLst>
          </p:cNvPr>
          <p:cNvSpPr/>
          <p:nvPr/>
        </p:nvSpPr>
        <p:spPr>
          <a:xfrm>
            <a:off x="6757009" y="2353991"/>
            <a:ext cx="5201421" cy="1715985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0AE59E5-D959-4AC5-B7D3-6A8D6C400BB7}"/>
              </a:ext>
            </a:extLst>
          </p:cNvPr>
          <p:cNvSpPr/>
          <p:nvPr/>
        </p:nvSpPr>
        <p:spPr>
          <a:xfrm>
            <a:off x="6757009" y="4207135"/>
            <a:ext cx="5201421" cy="2453925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D6482828-FD2A-419A-B197-6FEFC453E82B}"/>
              </a:ext>
            </a:extLst>
          </p:cNvPr>
          <p:cNvSpPr/>
          <p:nvPr/>
        </p:nvSpPr>
        <p:spPr>
          <a:xfrm flipH="1">
            <a:off x="100847" y="812800"/>
            <a:ext cx="1401948" cy="5969662"/>
          </a:xfrm>
          <a:prstGeom prst="roundRect">
            <a:avLst>
              <a:gd name="adj" fmla="val 2953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41BB12FA-6E3A-4A1D-9093-47F8AF938D6E}"/>
              </a:ext>
            </a:extLst>
          </p:cNvPr>
          <p:cNvSpPr/>
          <p:nvPr/>
        </p:nvSpPr>
        <p:spPr>
          <a:xfrm flipH="1">
            <a:off x="99043" y="975361"/>
            <a:ext cx="1411871" cy="5807100"/>
          </a:xfrm>
          <a:prstGeom prst="roundRect">
            <a:avLst>
              <a:gd name="adj" fmla="val 295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A006B0AA-3F14-4F83-9495-EAB20FAD2A10}"/>
              </a:ext>
            </a:extLst>
          </p:cNvPr>
          <p:cNvSpPr/>
          <p:nvPr/>
        </p:nvSpPr>
        <p:spPr>
          <a:xfrm>
            <a:off x="182028" y="1159706"/>
            <a:ext cx="1226263" cy="1597853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3515A421-D4C4-419A-A07E-248608CE74D3}"/>
              </a:ext>
            </a:extLst>
          </p:cNvPr>
          <p:cNvSpPr/>
          <p:nvPr/>
        </p:nvSpPr>
        <p:spPr>
          <a:xfrm>
            <a:off x="191614" y="3054876"/>
            <a:ext cx="1228640" cy="1597853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8D17639B-A100-471A-B0E3-3C5E637F36D4}"/>
              </a:ext>
            </a:extLst>
          </p:cNvPr>
          <p:cNvSpPr/>
          <p:nvPr/>
        </p:nvSpPr>
        <p:spPr>
          <a:xfrm>
            <a:off x="192172" y="4950046"/>
            <a:ext cx="1228082" cy="1597853"/>
          </a:xfrm>
          <a:prstGeom prst="roundRect">
            <a:avLst>
              <a:gd name="adj" fmla="val 235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ales Icons - Free SVG &amp; PNG Sales Images - Noun Project">
            <a:extLst>
              <a:ext uri="{FF2B5EF4-FFF2-40B4-BE49-F238E27FC236}">
                <a16:creationId xmlns:a16="http://schemas.microsoft.com/office/drawing/2014/main" id="{C543AB40-04CC-4F35-8807-F98BD0040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088" y="246406"/>
            <a:ext cx="272015" cy="27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Number Of Items Svg Png Icon Free Download (#205994) -  OnlineWebFonts.COM">
            <a:extLst>
              <a:ext uri="{FF2B5EF4-FFF2-40B4-BE49-F238E27FC236}">
                <a16:creationId xmlns:a16="http://schemas.microsoft.com/office/drawing/2014/main" id="{DB57B0D2-3AE1-4AB8-B445-18E566AD0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002" y="1353260"/>
            <a:ext cx="272015" cy="27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ree Rating SVG, PNG Icon, Symbol. Download Image.">
            <a:extLst>
              <a:ext uri="{FF2B5EF4-FFF2-40B4-BE49-F238E27FC236}">
                <a16:creationId xmlns:a16="http://schemas.microsoft.com/office/drawing/2014/main" id="{1883C60C-A505-4941-AE1D-04F691331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478" y="1353260"/>
            <a:ext cx="272015" cy="27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5,661 Averages Icon Stock Vectors and Vector Art | Shutterstock">
            <a:extLst>
              <a:ext uri="{FF2B5EF4-FFF2-40B4-BE49-F238E27FC236}">
                <a16:creationId xmlns:a16="http://schemas.microsoft.com/office/drawing/2014/main" id="{A3B045A9-AC3A-4DA0-AD15-B4B0104F54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951" t="12534" r="16747" b="28666"/>
          <a:stretch/>
        </p:blipFill>
        <p:spPr bwMode="auto">
          <a:xfrm>
            <a:off x="6091638" y="248654"/>
            <a:ext cx="315970" cy="27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1077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Ignacio Llufriu</dc:creator>
  <cp:lastModifiedBy>Juan Ignacio Llufriu</cp:lastModifiedBy>
  <cp:revision>9</cp:revision>
  <dcterms:created xsi:type="dcterms:W3CDTF">2026-01-08T02:20:35Z</dcterms:created>
  <dcterms:modified xsi:type="dcterms:W3CDTF">2026-01-09T03:55:17Z</dcterms:modified>
</cp:coreProperties>
</file>